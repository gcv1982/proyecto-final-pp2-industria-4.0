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23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 1) Login como Calidad -&gt; Registrar MP -&gt; mostrar QR -&gt; descargar etiqueta. 2) Login como Logistica -&gt; Crear lote -&gt; Asociar la MP al lote. 3) Escanear el QR con el celular -&gt; trazabilidad hacia adelante. 4) Trazabilidad hacia atras desde el lote. 5) Reportes con un filtro aplicado. 6) Intentar entrar a /usuarios con un rol sin permiso -&gt; Acceso denegado. 7) Como supervision, mostrar Gestion de Usuarios.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C2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C2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Trazabilidad por QR · Helaspi · PP2 Industria 4.0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Trazabilidad por QR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PP2 — Industria 4.0  ·  Helaspi  ·  Guillermo Vivas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822960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5" name="Shape 3"/>
          <p:cNvSpPr/>
          <p:nvPr/>
        </p:nvSpPr>
        <p:spPr>
          <a:xfrm>
            <a:off x="9162288" y="822960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1207008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7" name="Shape 5"/>
          <p:cNvSpPr/>
          <p:nvPr/>
        </p:nvSpPr>
        <p:spPr>
          <a:xfrm>
            <a:off x="9546336" y="1207008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8" name="Shape 6"/>
          <p:cNvSpPr/>
          <p:nvPr/>
        </p:nvSpPr>
        <p:spPr>
          <a:xfrm>
            <a:off x="9162288" y="1591056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9" name="Shape 7"/>
          <p:cNvSpPr/>
          <p:nvPr/>
        </p:nvSpPr>
        <p:spPr>
          <a:xfrm>
            <a:off x="9546336" y="1591056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10" name="Shape 8"/>
          <p:cNvSpPr/>
          <p:nvPr/>
        </p:nvSpPr>
        <p:spPr>
          <a:xfrm>
            <a:off x="8778240" y="1975104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11" name="Shape 9"/>
          <p:cNvSpPr/>
          <p:nvPr/>
        </p:nvSpPr>
        <p:spPr>
          <a:xfrm>
            <a:off x="9930384" y="822960"/>
            <a:ext cx="292608" cy="29260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0" y="822960"/>
            <a:ext cx="292608" cy="292608"/>
          </a:xfrm>
          <a:prstGeom prst="rect">
            <a:avLst/>
          </a:prstGeom>
          <a:solidFill>
            <a:srgbClr val="F2A54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874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Helaspi necesita poder responder, para cualquier helado despachado: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2514600"/>
            <a:ext cx="384048" cy="384048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688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proveedor vino la materia prima?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3291840"/>
            <a:ext cx="384048" cy="384048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2461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lote de producción se usó?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4069080"/>
            <a:ext cx="384048" cy="384048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0233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lotes usaron un insumo con un problema de calidad?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029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digital, esa respuesta hoy depende de planillas manuales y memoria del personal — lenta y propensa a errores.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1C2B40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9224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 4.0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3317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por lotes, con identificación automática (QR) y datos centralizados en una base única, en vez de registros en papel desconectados entre áreas.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92240" y="3703320"/>
            <a:ext cx="4663440" cy="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9319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proyecto: materia prima → lote de producción (no incluye distribución ni punto de venta).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sistema web que registre materia prima con una etiqueta QR, la asocie a lotes de producción, y permita reconstruir la trazabilidad completa — hacia adelante y hacia atrás — con control de acceso por rol.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2542032" cy="26517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3291840"/>
            <a:ext cx="548640" cy="548640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bidireccional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434840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→ lote y lote → MP, con proveedor en ambos sentidos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3017520"/>
            <a:ext cx="2542032" cy="26517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329184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9776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Identificación por QR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4434840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real, escaneable, generada al registrar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3017520"/>
            <a:ext cx="2542032" cy="26517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329184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9776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y permisos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434840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calidad, logística y supervisión, cada uno con su alcance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3017520"/>
            <a:ext cx="2542032" cy="26517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0" y="3291840"/>
            <a:ext cx="548640" cy="548640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39776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en vivo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4434840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con filtros por fecha y proveedor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HECHO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datos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6F9BD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03120"/>
            <a:ext cx="3429000" cy="411480"/>
          </a:xfrm>
          <a:prstGeom prst="rect">
            <a:avLst/>
          </a:prstGeom>
          <a:solidFill>
            <a:srgbClr val="6F9B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556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21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944368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8072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por rol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538728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401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y lee el QR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133088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9959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(Recharts)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3A5A8C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2103120"/>
            <a:ext cx="3429000" cy="411480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17556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121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17720" y="2944368"/>
            <a:ext cx="82296" cy="82296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46320" y="28072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25 endpoints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3538728"/>
            <a:ext cx="82296" cy="82296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46320" y="3401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 (8h)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4133088"/>
            <a:ext cx="82296" cy="82296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46320" y="39959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para contraseñas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046720" y="164592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16459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24344D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0" y="2103120"/>
            <a:ext cx="3429000" cy="411480"/>
          </a:xfrm>
          <a:prstGeom prst="rect">
            <a:avLst/>
          </a:prstGeom>
          <a:solidFill>
            <a:srgbClr val="24344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17556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2121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321040" y="2944368"/>
            <a:ext cx="82296" cy="82296"/>
          </a:xfrm>
          <a:prstGeom prst="ellipse">
            <a:avLst/>
          </a:prstGeom>
          <a:solidFill>
            <a:srgbClr val="24344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9640" y="28072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entidades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21040" y="3538728"/>
            <a:ext cx="82296" cy="82296"/>
          </a:xfrm>
          <a:prstGeom prst="ellipse">
            <a:avLst/>
          </a:prstGeom>
          <a:solidFill>
            <a:srgbClr val="24344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9640" y="3401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lógica (sin DELETE físico)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21040" y="4133088"/>
            <a:ext cx="82296" cy="82296"/>
          </a:xfrm>
          <a:prstGeom prst="ellipse">
            <a:avLst/>
          </a:prstGeom>
          <a:solidFill>
            <a:srgbClr val="24344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9640" y="39959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Comunicación: JSON sobre HTTP, con CORS habilitado. Todas las rutas (salvo login) exigen token JWT.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6F9BD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5120640" cy="228600"/>
          </a:xfrm>
          <a:prstGeom prst="rect">
            <a:avLst/>
          </a:prstGeom>
          <a:solidFill>
            <a:srgbClr val="6F9B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554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id_proveedor PK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contacto, telefono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55448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3A5A8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828800"/>
            <a:ext cx="5120640" cy="228600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1554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id_usuario PK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calidad / logistica / supervision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4904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24344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023360"/>
            <a:ext cx="5120640" cy="228600"/>
          </a:xfrm>
          <a:prstGeom prst="rect">
            <a:avLst/>
          </a:prstGeom>
          <a:solidFill>
            <a:srgbClr val="24344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3749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MateriaPrima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id_materia_prima PK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id_proveedor FK, id_lote_produccion FK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disponible / utilizada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37490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374904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C45B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4023360"/>
            <a:ext cx="5120640" cy="228600"/>
          </a:xfrm>
          <a:prstGeom prst="rect">
            <a:avLst/>
          </a:prstGeom>
          <a:solidFill>
            <a:srgbClr val="C45B4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29400" y="3749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LoteProduccion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id_lote_produccion PK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id_usuario_responsable FK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en_proceso / finalizado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ninguna tabla se borra físicamente. "Dar de baja" = activo = false, para no perder la trazabilidad de datos ya referenciados.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clave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 QR y trazabilidad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94360" cy="594360"/>
          </a:xfrm>
          <a:prstGeom prst="ellipse">
            <a:avLst/>
          </a:prstGeom>
          <a:solidFill>
            <a:srgbClr val="2434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37260" y="2331720"/>
            <a:ext cx="0" cy="457200"/>
          </a:xfrm>
          <a:prstGeom prst="line">
            <a:avLst/>
          </a:prstGeom>
          <a:noFill/>
          <a:ln w="25400">
            <a:solidFill>
              <a:srgbClr val="6F9BD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63040" y="1691640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373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materia prima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0848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carga nombre, proveedor y fecha de ingreso.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594360" cy="594360"/>
          </a:xfrm>
          <a:prstGeom prst="ellipse">
            <a:avLst/>
          </a:prstGeom>
          <a:solidFill>
            <a:srgbClr val="2434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37260" y="3383280"/>
            <a:ext cx="0" cy="457200"/>
          </a:xfrm>
          <a:prstGeom prst="line">
            <a:avLst/>
          </a:prstGeom>
          <a:noFill/>
          <a:ln w="25400">
            <a:solidFill>
              <a:srgbClr val="6F9BD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463040" y="2743200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73736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generado automático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1363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arma una etiqueta descargable (PNG) con un link a la trazabilidad de esa MP.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94360" cy="594360"/>
          </a:xfrm>
          <a:prstGeom prst="ellipse">
            <a:avLst/>
          </a:prstGeom>
          <a:solidFill>
            <a:srgbClr val="2434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37260" y="4434840"/>
            <a:ext cx="0" cy="457200"/>
          </a:xfrm>
          <a:prstGeom prst="line">
            <a:avLst/>
          </a:prstGeom>
          <a:noFill/>
          <a:ln w="25400">
            <a:solidFill>
              <a:srgbClr val="6F9BD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463040" y="3794760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73736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Asociar a un lote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1879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asocia la MP disponible a un lote de producción.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892040"/>
            <a:ext cx="594360" cy="594360"/>
          </a:xfrm>
          <a:prstGeom prst="ellipse">
            <a:avLst/>
          </a:prstGeom>
          <a:solidFill>
            <a:srgbClr val="2434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892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463040" y="4846320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73736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Escanear y consultar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52395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celular en la misma red y con sesión iniciada, escaneando el QR, abre directo la trazabilidad — sin tipear nada.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1C2B40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2960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codifica el QR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0" y="246888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467344" y="246888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705088" y="246888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9180576" y="246888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656064" y="246888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893808" y="246888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31552" y="246888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229600" y="270662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705088" y="270662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9418320" y="270662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31552" y="270662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0" y="294436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705088" y="294436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9180576" y="294436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9656064" y="294436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0131552" y="294436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9180576" y="318211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9418320" y="318211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8229600" y="3419856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8467344" y="3419856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8942832" y="3419856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9418320" y="3419856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9893808" y="3419856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10131552" y="3419856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8705088" y="365760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9180576" y="365760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9656064" y="3657600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8229600" y="389534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8705088" y="389534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9180576" y="389534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9656064" y="389534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10131552" y="3895344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8229600" y="413308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8942832" y="413308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9656064" y="413308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10131552" y="4133088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8229600" y="437083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8467344" y="437083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8705088" y="437083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9180576" y="437083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9418320" y="437083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9656064" y="437083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10131552" y="4370832"/>
            <a:ext cx="237744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229600" y="4800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una URL con el ID de la materia prima — no los datos. Los datos siempre se leen en vivo desde PostgreSQL, así la etiqueta impresa nunca queda desactualizada.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y permisos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4754880" cy="566928"/>
          </a:xfrm>
          <a:prstGeom prst="rect">
            <a:avLst/>
          </a:prstGeom>
          <a:solidFill>
            <a:srgbClr val="1C2B40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94960" y="1645920"/>
            <a:ext cx="2011680" cy="566928"/>
          </a:xfrm>
          <a:prstGeom prst="rect">
            <a:avLst/>
          </a:prstGeom>
          <a:solidFill>
            <a:srgbClr val="1C2B40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32120" y="1645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06640" y="1645920"/>
            <a:ext cx="2011680" cy="566928"/>
          </a:xfrm>
          <a:prstGeom prst="rect">
            <a:avLst/>
          </a:prstGeom>
          <a:solidFill>
            <a:srgbClr val="1C2B40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43800" y="1645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418320" y="1645920"/>
            <a:ext cx="2011680" cy="566928"/>
          </a:xfrm>
          <a:prstGeom prst="rect">
            <a:avLst/>
          </a:prstGeom>
          <a:solidFill>
            <a:srgbClr val="1C2B40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55480" y="1645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212848"/>
            <a:ext cx="47548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2128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Proveedor: crear / editar / baja (solo API)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94960" y="2212848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22128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2212848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43800" y="22128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18320" y="2212848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55480" y="22128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779776"/>
            <a:ext cx="4754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77977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prima: crear / editar / baja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94960" y="2779776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27797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06640" y="2779776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43800" y="27797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418320" y="2779776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55480" y="27797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3346704"/>
            <a:ext cx="47548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34670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Asociar materia prima a lote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346704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32120" y="334670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06640" y="3346704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43800" y="334670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418320" y="3346704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555480" y="334670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3913632"/>
            <a:ext cx="4754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39136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Lote: crear / editar / baja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394960" y="3913632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32120" y="39136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406640" y="3913632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43800" y="39136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418320" y="3913632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555480" y="39136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0080" y="4480560"/>
            <a:ext cx="47548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77240" y="44805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(trazabilidad, reportes)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394960" y="4480560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532120" y="4480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406640" y="4480560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543800" y="4480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9418320" y="4480560"/>
            <a:ext cx="201168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555480" y="4480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40080" y="5047488"/>
            <a:ext cx="4754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77240" y="504748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usuarios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394960" y="504748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532120" y="50474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406640" y="504748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543800" y="50474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418320" y="504748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555480" y="50474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640080" y="588873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reforzado por middleware en el backend (verificarToken + verificarRol), no solo ocultando botones en el front.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 de KPIs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endpoint agregado (GET /reportes/resumen), con filtro por rango de fechas y proveedor, valida en backend y frontend.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4203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 registrada en el período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54203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2377440"/>
            <a:ext cx="502920" cy="502920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01752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 por proveedor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254203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237744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01752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Lotes por estado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69680" y="2103120"/>
            <a:ext cx="254203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98280" y="2377440"/>
            <a:ext cx="502920" cy="502920"/>
          </a:xfrm>
          <a:prstGeom prst="ellipse">
            <a:avLst/>
          </a:prstGeom>
          <a:solidFill>
            <a:srgbClr val="C45B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301752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 utilizada vs. disponible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10881360" cy="1920240"/>
          </a:xfrm>
          <a:prstGeom prst="roundRect">
            <a:avLst>
              <a:gd name="adj" fmla="val 5714"/>
            </a:avLst>
          </a:prstGeom>
          <a:solidFill>
            <a:srgbClr val="1C2B40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de fechas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526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"desde" es posterior a "hasta", el frontend corta antes de pedir al servidor — y el backend igual responde 400 si llegara un caso inválido por otra vía.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0" y="4160520"/>
            <a:ext cx="0" cy="150876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 de proveedores inactivos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526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consulta de "MP por proveedor" solo cuenta proveedores activos: los dados de baja no aparecen en el gráfico.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VALIDÓ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y uso de IA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70/70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aserciones Postman (Newman)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A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del escenario E2E (Playwright)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45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detectados y corregidos (H1–H6)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documentados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10881360" cy="0"/>
          </a:xfrm>
          <a:prstGeom prst="line">
            <a:avLst/>
          </a:prstGeom>
          <a:noFill/>
          <a:ln w="12700">
            <a:solidFill>
              <a:srgbClr val="DC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246120"/>
            <a:ext cx="10881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2461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2461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de privilegios en usuarios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12680" y="32461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21608"/>
            <a:ext cx="10881360" cy="475488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72160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7216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utilizada se podía reasignar a otro lote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12680" y="37216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97096"/>
            <a:ext cx="10881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1970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9709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utilizada se podía seguir editando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12680" y="41970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72584"/>
            <a:ext cx="10881360" cy="475488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67258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67258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un lote sin "estado" reabría uno finalizado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12680" y="46725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148072"/>
            <a:ext cx="10881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1480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514807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repetido devolvía 200 en vez de 404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012680" y="51480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623560"/>
            <a:ext cx="10881360" cy="475488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6235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417320" y="56235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Faltaba el endpoint de trazabilidad hacia adelante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012680" y="56235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IA en el desarrollo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usó Claude (Anthropic) como asistente de desarrollo, con registro de cada decisión en bitácoras — una por semana de trabajo.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59152"/>
            <a:ext cx="548640" cy="548640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40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propuesta se revisó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606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el código real del proyecto antes de aplicarla (ej.: se corrigió una propuesta que apuntaba a la pantalla equivocada de trazabilidad).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593592"/>
            <a:ext cx="548640" cy="548640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747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decisiones de diseño quedaron registradas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8404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"por qué", no solo el "qué" — alternativas consideradas y motivo de la elegida.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828032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828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7091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se probó antes de darlo por hecho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074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Postman/Newman, el escenario E2E, y pruebas manuales con capturas.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aprendizajes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técnico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2395728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1945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bidireccional completa, con QR real y datos siempre vigentes (no se imprimen datos, solo un link).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0120" y="3401568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2004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por rol verificada con pruebas automatizadas, no solo "a ojo".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4407408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206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hallazgos de seguridad/consistencia encontrados y corregidos con evidencia (Newman, E2E).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C2B40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4652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239572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1945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IA como asistente exige revisar cada propuesta contra el código real — no se puede aceptar a ciegas.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340156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3200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las decisiones (y no solo el código) fue tan importante como el código en sí.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40740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206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automatizadas encontraron errores que a simple vista no se veían (H1–H6): probar es parte de desarrollar, no un paso final.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defensa  ·  Guillermo Vivas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mejoras futuras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conocidas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2542032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1945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URL del QR incluye la IP de la PC: si cambia la red, las etiquetas ya impresas dejan de abrir.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0120" y="3410712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0632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consultar hace falta un celular en la misma red y con sesión iniciada (rutas protegidas por JWT).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4279392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39319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proveedores existe en la API, pero no tiene pantalla en esta versión.</a:t>
            </a:r>
            <a:endParaRPr lang="en-US" sz="1250" dirty="0"/>
          </a:p>
        </p:txBody>
      </p:sp>
      <p:sp>
        <p:nvSpPr>
          <p:cNvPr id="26" name="Shape 26"/>
          <p:cNvSpPr/>
          <p:nvPr/>
        </p:nvSpPr>
        <p:spPr>
          <a:xfrm>
            <a:off x="960120" y="5148072"/>
            <a:ext cx="82296" cy="82296"/>
          </a:xfrm>
          <a:prstGeom prst="ellipse">
            <a:avLst/>
          </a:prstGeom>
          <a:solidFill>
            <a:srgbClr val="6F9BD1"/>
          </a:solidFill>
          <a:ln/>
        </p:spPr>
      </p:sp>
      <p:sp>
        <p:nvSpPr>
          <p:cNvPr id="27" name="Text 27"/>
          <p:cNvSpPr txBox="1"/>
          <p:nvPr/>
        </p:nvSpPr>
        <p:spPr>
          <a:xfrm>
            <a:off x="1188720" y="48006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darse de baja a sí mismo" se controla solo en el frontend, y la pantalla de Usuarios no tiene pruebas automatizadas.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C2B40"/>
          </a:solidFill>
          <a:ln/>
          <a:effectLst>
            <a:outerShdw sx="100000" sy="100000" kx="0" ky="0" algn="bl" rotWithShape="0" blurRad="101600" dist="38100" dir="5400000">
              <a:srgbClr val="1C2B4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4652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Mejoras futuras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254203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1945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el servidor con dominio o IP fija, para que las etiquetas no dependan de la red local.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341071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3063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Lector de QR integrado en la app (hoy se usa la cámara del celular).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27939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39319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gestión de proveedores para el rol Calidad.</a:t>
            </a:r>
            <a:endParaRPr lang="en-US" sz="1250" dirty="0"/>
          </a:p>
        </p:txBody>
      </p:sp>
      <p:sp>
        <p:nvSpPr>
          <p:cNvPr id="28" name="Shape 28"/>
          <p:cNvSpPr/>
          <p:nvPr/>
        </p:nvSpPr>
        <p:spPr>
          <a:xfrm>
            <a:off x="6446520" y="514807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9" name="Text 29"/>
          <p:cNvSpPr txBox="1"/>
          <p:nvPr/>
        </p:nvSpPr>
        <p:spPr>
          <a:xfrm>
            <a:off x="6675120" y="48006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auto-baja en el backend y sumar la gestión de usuarios a Newman y al escenario E2E.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aspi">
  <a:themeElements>
    <a:clrScheme name="Helaspi">
      <a:dk1>
        <a:srgbClr val="1C2B40"/>
      </a:dk1>
      <a:lt1>
        <a:srgbClr val="FFFFFF"/>
      </a:lt1>
      <a:dk2>
        <a:srgbClr val="3A5A8C"/>
      </a:dk2>
      <a:lt2>
        <a:srgbClr val="F5F6F8"/>
      </a:lt2>
      <a:accent1>
        <a:srgbClr val="6F9BD1"/>
      </a:accent1>
      <a:accent2>
        <a:srgbClr val="F2A541"/>
      </a:accent2>
      <a:accent3>
        <a:srgbClr val="97BC62"/>
      </a:accent3>
      <a:accent4>
        <a:srgbClr val="C45B4F"/>
      </a:accent4>
      <a:accent5>
        <a:srgbClr val="9FC1E6"/>
      </a:accent5>
      <a:accent6>
        <a:srgbClr val="24344D"/>
      </a:accent6>
      <a:hlink>
        <a:srgbClr val="3A5A8C"/>
      </a:hlink>
      <a:folHlink>
        <a:srgbClr val="6F9BD1"/>
      </a:folHlink>
    </a:clrScheme>
    <a:fontScheme name="Helasp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Helaspi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Trazabilidad por QR - Helaspi</dc:title>
  <dc:subject>PptxGenJS Presentation</dc:subject>
  <dc:creator>Guillermo Vivas</dc:creator>
  <cp:lastModifiedBy>Guillermo Vivas</cp:lastModifiedBy>
  <cp:revision>1</cp:revision>
  <dcterms:created xsi:type="dcterms:W3CDTF">2026-10-07T22:59:22Z</dcterms:created>
  <dcterms:modified xsi:type="dcterms:W3CDTF">2026-10-07T22:59:22Z</dcterms:modified>
</cp:coreProperties>
</file>